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-1608" y="-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96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7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99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70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77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37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7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82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65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652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87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809C7-4732-46E6-A504-5267324222EC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111BB-3E0D-4288-9BC0-3A88E9405D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81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333003" y="1546789"/>
            <a:ext cx="6922092" cy="33584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922662" y="2187723"/>
            <a:ext cx="5776957" cy="194844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436854" y="2717563"/>
            <a:ext cx="4675143" cy="89730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157387" y="2977277"/>
            <a:ext cx="2546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콘텐츠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64494" y="2293422"/>
            <a:ext cx="1982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패딩영역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819402" y="1679249"/>
            <a:ext cx="2093720" cy="376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마진영역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18035" y="2063746"/>
            <a:ext cx="2106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테두리</a:t>
            </a:r>
            <a:r>
              <a:rPr lang="en-US" altLang="ko-KR" sz="1400" dirty="0" smtClean="0"/>
              <a:t>(border)</a:t>
            </a:r>
            <a:endParaRPr lang="ko-KR" altLang="en-US" sz="1400" dirty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4512268" y="2168146"/>
            <a:ext cx="1980" cy="549417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7848864" y="1546789"/>
            <a:ext cx="3148" cy="61988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4512268" y="3614871"/>
            <a:ext cx="1980" cy="514985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3178768" y="2951328"/>
            <a:ext cx="1980" cy="549417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8404818" y="2797192"/>
            <a:ext cx="1980" cy="549417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18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dw502</dc:creator>
  <cp:lastModifiedBy>dw502</cp:lastModifiedBy>
  <cp:revision>1</cp:revision>
  <dcterms:created xsi:type="dcterms:W3CDTF">2026-09-17T06:54:43Z</dcterms:created>
  <dcterms:modified xsi:type="dcterms:W3CDTF">2026-09-17T06:55:37Z</dcterms:modified>
</cp:coreProperties>
</file>