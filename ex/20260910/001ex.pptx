
<file path=[Content_Types].xml><?xml version="1.0" encoding="utf-8"?>
<Types xmlns="http://schemas.openxmlformats.org/package/2006/content-types">
  <Default Extension="png" ContentType="image/png"/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42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22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17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621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9380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2413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5093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0606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784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5381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8299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69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B6D0D6-ACD7-4C29-8EB3-AD6565636E12}" type="datetimeFigureOut">
              <a:rPr lang="ko-KR" altLang="en-US" smtClean="0"/>
              <a:t>2026-09-10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774892-6D93-4C79-BA4B-682322A35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802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fif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자유형 7"/>
          <p:cNvSpPr/>
          <p:nvPr/>
        </p:nvSpPr>
        <p:spPr>
          <a:xfrm>
            <a:off x="499794" y="730557"/>
            <a:ext cx="2243593" cy="5503090"/>
          </a:xfrm>
          <a:custGeom>
            <a:avLst/>
            <a:gdLst>
              <a:gd name="connsiteX0" fmla="*/ 1121797 w 2243593"/>
              <a:gd name="connsiteY0" fmla="*/ 0 h 5503090"/>
              <a:gd name="connsiteX1" fmla="*/ 2243593 w 2243593"/>
              <a:gd name="connsiteY1" fmla="*/ 1121796 h 5503090"/>
              <a:gd name="connsiteX2" fmla="*/ 2243591 w 2243593"/>
              <a:gd name="connsiteY2" fmla="*/ 1121836 h 5503090"/>
              <a:gd name="connsiteX3" fmla="*/ 2243591 w 2243593"/>
              <a:gd name="connsiteY3" fmla="*/ 4381274 h 5503090"/>
              <a:gd name="connsiteX4" fmla="*/ 2243592 w 2243593"/>
              <a:gd name="connsiteY4" fmla="*/ 4381294 h 5503090"/>
              <a:gd name="connsiteX5" fmla="*/ 2243591 w 2243593"/>
              <a:gd name="connsiteY5" fmla="*/ 4381314 h 5503090"/>
              <a:gd name="connsiteX6" fmla="*/ 2243591 w 2243593"/>
              <a:gd name="connsiteY6" fmla="*/ 4403029 h 5503090"/>
              <a:gd name="connsiteX7" fmla="*/ 2242495 w 2243593"/>
              <a:gd name="connsiteY7" fmla="*/ 4403029 h 5503090"/>
              <a:gd name="connsiteX8" fmla="*/ 2237800 w 2243593"/>
              <a:gd name="connsiteY8" fmla="*/ 4495991 h 5503090"/>
              <a:gd name="connsiteX9" fmla="*/ 1121796 w 2243593"/>
              <a:gd name="connsiteY9" fmla="*/ 5503090 h 5503090"/>
              <a:gd name="connsiteX10" fmla="*/ 5792 w 2243593"/>
              <a:gd name="connsiteY10" fmla="*/ 4495991 h 5503090"/>
              <a:gd name="connsiteX11" fmla="*/ 1098 w 2243593"/>
              <a:gd name="connsiteY11" fmla="*/ 4403029 h 5503090"/>
              <a:gd name="connsiteX12" fmla="*/ 0 w 2243593"/>
              <a:gd name="connsiteY12" fmla="*/ 4403029 h 5503090"/>
              <a:gd name="connsiteX13" fmla="*/ 0 w 2243593"/>
              <a:gd name="connsiteY13" fmla="*/ 4381296 h 5503090"/>
              <a:gd name="connsiteX14" fmla="*/ 0 w 2243593"/>
              <a:gd name="connsiteY14" fmla="*/ 4381294 h 5503090"/>
              <a:gd name="connsiteX15" fmla="*/ 0 w 2243593"/>
              <a:gd name="connsiteY15" fmla="*/ 4381293 h 5503090"/>
              <a:gd name="connsiteX16" fmla="*/ 0 w 2243593"/>
              <a:gd name="connsiteY16" fmla="*/ 1121795 h 5503090"/>
              <a:gd name="connsiteX17" fmla="*/ 1 w 2243593"/>
              <a:gd name="connsiteY17" fmla="*/ 1121795 h 5503090"/>
              <a:gd name="connsiteX18" fmla="*/ 5793 w 2243593"/>
              <a:gd name="connsiteY18" fmla="*/ 1007099 h 5503090"/>
              <a:gd name="connsiteX19" fmla="*/ 1121797 w 2243593"/>
              <a:gd name="connsiteY19" fmla="*/ 0 h 550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243593" h="5503090">
                <a:moveTo>
                  <a:pt x="1121797" y="0"/>
                </a:moveTo>
                <a:cubicBezTo>
                  <a:pt x="1741348" y="0"/>
                  <a:pt x="2243593" y="502245"/>
                  <a:pt x="2243593" y="1121796"/>
                </a:cubicBezTo>
                <a:lnTo>
                  <a:pt x="2243591" y="1121836"/>
                </a:lnTo>
                <a:lnTo>
                  <a:pt x="2243591" y="4381274"/>
                </a:lnTo>
                <a:lnTo>
                  <a:pt x="2243592" y="4381294"/>
                </a:lnTo>
                <a:lnTo>
                  <a:pt x="2243591" y="4381314"/>
                </a:lnTo>
                <a:lnTo>
                  <a:pt x="2243591" y="4403029"/>
                </a:lnTo>
                <a:lnTo>
                  <a:pt x="2242495" y="4403029"/>
                </a:lnTo>
                <a:lnTo>
                  <a:pt x="2237800" y="4495991"/>
                </a:lnTo>
                <a:cubicBezTo>
                  <a:pt x="2180353" y="5061664"/>
                  <a:pt x="1702625" y="5503090"/>
                  <a:pt x="1121796" y="5503090"/>
                </a:cubicBezTo>
                <a:cubicBezTo>
                  <a:pt x="540967" y="5503090"/>
                  <a:pt x="63239" y="5061664"/>
                  <a:pt x="5792" y="4495991"/>
                </a:cubicBezTo>
                <a:lnTo>
                  <a:pt x="1098" y="4403029"/>
                </a:lnTo>
                <a:lnTo>
                  <a:pt x="0" y="4403029"/>
                </a:lnTo>
                <a:lnTo>
                  <a:pt x="0" y="4381296"/>
                </a:lnTo>
                <a:lnTo>
                  <a:pt x="0" y="4381294"/>
                </a:lnTo>
                <a:lnTo>
                  <a:pt x="0" y="4381293"/>
                </a:lnTo>
                <a:lnTo>
                  <a:pt x="0" y="1121795"/>
                </a:lnTo>
                <a:lnTo>
                  <a:pt x="1" y="1121795"/>
                </a:lnTo>
                <a:lnTo>
                  <a:pt x="5793" y="1007099"/>
                </a:lnTo>
                <a:cubicBezTo>
                  <a:pt x="63240" y="441426"/>
                  <a:pt x="540968" y="0"/>
                  <a:pt x="1121797" y="0"/>
                </a:cubicBez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499796" y="730557"/>
            <a:ext cx="2243591" cy="2242800"/>
          </a:xfrm>
          <a:prstGeom prst="ellipse">
            <a:avLst/>
          </a:prstGeom>
          <a:blipFill>
            <a:blip r:embed="rId2"/>
            <a:srcRect/>
            <a:stretch>
              <a:fillRect l="-29718" t="-5852" r="-27194" b="-5452"/>
            </a:stretch>
          </a:blipFill>
          <a:ln w="381000" cap="flat" cmpd="dbl">
            <a:noFill/>
            <a:prstDash val="sysDot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30990" y="3112770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accent2">
                    <a:lumMod val="75000"/>
                  </a:schemeClr>
                </a:solidFill>
              </a:rPr>
              <a:t>변우석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89" y="3502938"/>
            <a:ext cx="1883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>
                <a:solidFill>
                  <a:schemeClr val="accent2">
                    <a:lumMod val="75000"/>
                  </a:schemeClr>
                </a:solidFill>
              </a:rPr>
              <a:t>Full-Stack Web Developer</a:t>
            </a:r>
            <a:endParaRPr lang="ko-KR" alt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4" y="3785384"/>
            <a:ext cx="188361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</a:rPr>
              <a:t>사용자 경험을 중심으로 </a:t>
            </a:r>
            <a:r>
              <a:rPr lang="ko-KR" altLang="en-US" sz="1100" dirty="0" err="1" smtClean="0">
                <a:solidFill>
                  <a:schemeClr val="accent2">
                    <a:lumMod val="75000"/>
                  </a:schemeClr>
                </a:solidFill>
              </a:rPr>
              <a:t>프론트엔드와</a:t>
            </a:r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ko-KR" altLang="en-US" sz="1100" dirty="0" err="1" smtClean="0">
                <a:solidFill>
                  <a:schemeClr val="accent2">
                    <a:lumMod val="75000"/>
                  </a:schemeClr>
                </a:solidFill>
              </a:rPr>
              <a:t>백엔드를</a:t>
            </a:r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</a:rPr>
              <a:t> 모두 설계하는 개발자</a:t>
            </a:r>
            <a:endParaRPr lang="en-US" altLang="ko-KR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endParaRPr lang="en-US" altLang="ko-KR" sz="11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altLang="ko-KR" sz="1100" dirty="0" smtClean="0">
                <a:solidFill>
                  <a:schemeClr val="accent2">
                    <a:lumMod val="75000"/>
                  </a:schemeClr>
                </a:solidFill>
              </a:rPr>
              <a:t>Spring </a:t>
            </a:r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</a:rPr>
              <a:t>기반의 서비스 개발 경험</a:t>
            </a:r>
            <a:endParaRPr lang="en-US" altLang="ko-KR" sz="1100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endParaRPr lang="en-US" altLang="ko-KR" sz="1100" dirty="0">
              <a:solidFill>
                <a:schemeClr val="accent2">
                  <a:lumMod val="75000"/>
                </a:schemeClr>
              </a:solidFill>
            </a:endParaRPr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100" dirty="0" smtClean="0">
                <a:solidFill>
                  <a:schemeClr val="accent2">
                    <a:lumMod val="75000"/>
                  </a:schemeClr>
                </a:solidFill>
              </a:rPr>
              <a:t>문제 해결과 구조 설계를 중요하게 생각함</a:t>
            </a:r>
            <a:endParaRPr lang="ko-KR" altLang="en-US" sz="1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200400" y="730557"/>
            <a:ext cx="2581275" cy="320326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자유형 16"/>
          <p:cNvSpPr/>
          <p:nvPr/>
        </p:nvSpPr>
        <p:spPr>
          <a:xfrm>
            <a:off x="3200400" y="568631"/>
            <a:ext cx="2076452" cy="323852"/>
          </a:xfrm>
          <a:custGeom>
            <a:avLst/>
            <a:gdLst>
              <a:gd name="connsiteX0" fmla="*/ 0 w 1971676"/>
              <a:gd name="connsiteY0" fmla="*/ 0 h 323852"/>
              <a:gd name="connsiteX1" fmla="*/ 637988 w 1971676"/>
              <a:gd name="connsiteY1" fmla="*/ 0 h 323852"/>
              <a:gd name="connsiteX2" fmla="*/ 637988 w 1971676"/>
              <a:gd name="connsiteY2" fmla="*/ 1 h 323852"/>
              <a:gd name="connsiteX3" fmla="*/ 1971676 w 1971676"/>
              <a:gd name="connsiteY3" fmla="*/ 1 h 323852"/>
              <a:gd name="connsiteX4" fmla="*/ 1809751 w 1971676"/>
              <a:gd name="connsiteY4" fmla="*/ 161926 h 323852"/>
              <a:gd name="connsiteX5" fmla="*/ 1971676 w 1971676"/>
              <a:gd name="connsiteY5" fmla="*/ 323851 h 323852"/>
              <a:gd name="connsiteX6" fmla="*/ 637988 w 1971676"/>
              <a:gd name="connsiteY6" fmla="*/ 323851 h 323852"/>
              <a:gd name="connsiteX7" fmla="*/ 637988 w 1971676"/>
              <a:gd name="connsiteY7" fmla="*/ 323852 h 323852"/>
              <a:gd name="connsiteX8" fmla="*/ 0 w 1971676"/>
              <a:gd name="connsiteY8" fmla="*/ 323852 h 32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1676" h="323852">
                <a:moveTo>
                  <a:pt x="0" y="0"/>
                </a:moveTo>
                <a:lnTo>
                  <a:pt x="637988" y="0"/>
                </a:lnTo>
                <a:lnTo>
                  <a:pt x="637988" y="1"/>
                </a:lnTo>
                <a:lnTo>
                  <a:pt x="1971676" y="1"/>
                </a:lnTo>
                <a:lnTo>
                  <a:pt x="1809751" y="161926"/>
                </a:lnTo>
                <a:lnTo>
                  <a:pt x="1971676" y="323851"/>
                </a:lnTo>
                <a:lnTo>
                  <a:pt x="637988" y="323851"/>
                </a:lnTo>
                <a:lnTo>
                  <a:pt x="637988" y="323852"/>
                </a:lnTo>
                <a:lnTo>
                  <a:pt x="0" y="3238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3200400" y="523151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Contact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6019800" y="730557"/>
            <a:ext cx="5753100" cy="320326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자유형 26"/>
          <p:cNvSpPr/>
          <p:nvPr/>
        </p:nvSpPr>
        <p:spPr>
          <a:xfrm>
            <a:off x="6019800" y="568631"/>
            <a:ext cx="2076452" cy="323852"/>
          </a:xfrm>
          <a:custGeom>
            <a:avLst/>
            <a:gdLst>
              <a:gd name="connsiteX0" fmla="*/ 0 w 1971676"/>
              <a:gd name="connsiteY0" fmla="*/ 0 h 323852"/>
              <a:gd name="connsiteX1" fmla="*/ 637988 w 1971676"/>
              <a:gd name="connsiteY1" fmla="*/ 0 h 323852"/>
              <a:gd name="connsiteX2" fmla="*/ 637988 w 1971676"/>
              <a:gd name="connsiteY2" fmla="*/ 1 h 323852"/>
              <a:gd name="connsiteX3" fmla="*/ 1971676 w 1971676"/>
              <a:gd name="connsiteY3" fmla="*/ 1 h 323852"/>
              <a:gd name="connsiteX4" fmla="*/ 1809751 w 1971676"/>
              <a:gd name="connsiteY4" fmla="*/ 161926 h 323852"/>
              <a:gd name="connsiteX5" fmla="*/ 1971676 w 1971676"/>
              <a:gd name="connsiteY5" fmla="*/ 323851 h 323852"/>
              <a:gd name="connsiteX6" fmla="*/ 637988 w 1971676"/>
              <a:gd name="connsiteY6" fmla="*/ 323851 h 323852"/>
              <a:gd name="connsiteX7" fmla="*/ 637988 w 1971676"/>
              <a:gd name="connsiteY7" fmla="*/ 323852 h 323852"/>
              <a:gd name="connsiteX8" fmla="*/ 0 w 1971676"/>
              <a:gd name="connsiteY8" fmla="*/ 323852 h 32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1676" h="323852">
                <a:moveTo>
                  <a:pt x="0" y="0"/>
                </a:moveTo>
                <a:lnTo>
                  <a:pt x="637988" y="0"/>
                </a:lnTo>
                <a:lnTo>
                  <a:pt x="637988" y="1"/>
                </a:lnTo>
                <a:lnTo>
                  <a:pt x="1971676" y="1"/>
                </a:lnTo>
                <a:lnTo>
                  <a:pt x="1809751" y="161926"/>
                </a:lnTo>
                <a:lnTo>
                  <a:pt x="1971676" y="323851"/>
                </a:lnTo>
                <a:lnTo>
                  <a:pt x="637988" y="323851"/>
                </a:lnTo>
                <a:lnTo>
                  <a:pt x="637988" y="323852"/>
                </a:lnTo>
                <a:lnTo>
                  <a:pt x="0" y="3238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/>
          <p:cNvSpPr txBox="1"/>
          <p:nvPr/>
        </p:nvSpPr>
        <p:spPr>
          <a:xfrm>
            <a:off x="6019800" y="523151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Experience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30" name="직선 연결선 29"/>
          <p:cNvCxnSpPr/>
          <p:nvPr/>
        </p:nvCxnSpPr>
        <p:spPr>
          <a:xfrm>
            <a:off x="7467601" y="1168835"/>
            <a:ext cx="0" cy="233410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타원 31"/>
          <p:cNvSpPr/>
          <p:nvPr/>
        </p:nvSpPr>
        <p:spPr>
          <a:xfrm>
            <a:off x="7353300" y="1054534"/>
            <a:ext cx="228602" cy="22860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/>
          <p:cNvSpPr/>
          <p:nvPr/>
        </p:nvSpPr>
        <p:spPr>
          <a:xfrm>
            <a:off x="7353300" y="1901596"/>
            <a:ext cx="228602" cy="22860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7353300" y="2748658"/>
            <a:ext cx="228602" cy="22860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/>
          <p:cNvSpPr txBox="1"/>
          <p:nvPr/>
        </p:nvSpPr>
        <p:spPr>
          <a:xfrm>
            <a:off x="3357562" y="989112"/>
            <a:ext cx="22669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Address</a:t>
            </a:r>
          </a:p>
          <a:p>
            <a:r>
              <a:rPr lang="en-US" altLang="ko-KR" dirty="0"/>
              <a:t> </a:t>
            </a:r>
            <a:r>
              <a:rPr lang="ko-KR" altLang="en-US" sz="1200" dirty="0" smtClean="0"/>
              <a:t>서울특별시 강남구</a:t>
            </a:r>
            <a:endParaRPr lang="en-US" altLang="ko-KR" sz="1200" dirty="0" smtClean="0"/>
          </a:p>
          <a:p>
            <a:endParaRPr lang="en-US" altLang="ko-KR" sz="1200" dirty="0"/>
          </a:p>
          <a:p>
            <a:r>
              <a:rPr lang="en-US" altLang="ko-KR" dirty="0" smtClean="0"/>
              <a:t>Phone</a:t>
            </a:r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010-1234-5678</a:t>
            </a:r>
          </a:p>
          <a:p>
            <a:endParaRPr lang="en-US" altLang="ko-KR" sz="1200" dirty="0"/>
          </a:p>
          <a:p>
            <a:r>
              <a:rPr lang="en-US" altLang="ko-KR" dirty="0" smtClean="0"/>
              <a:t>Email</a:t>
            </a:r>
          </a:p>
          <a:p>
            <a:r>
              <a:rPr lang="en-US" altLang="ko-KR" sz="1200" dirty="0" smtClean="0"/>
              <a:t> Byeon.useok@gamil.com</a:t>
            </a:r>
          </a:p>
          <a:p>
            <a:endParaRPr lang="en-US" altLang="ko-KR" sz="1200" dirty="0"/>
          </a:p>
          <a:p>
            <a:r>
              <a:rPr lang="en-US" altLang="ko-KR" dirty="0" err="1" smtClean="0"/>
              <a:t>Github</a:t>
            </a:r>
            <a:endParaRPr lang="en-US" altLang="ko-KR" dirty="0" smtClean="0"/>
          </a:p>
          <a:p>
            <a:r>
              <a:rPr lang="en-US" altLang="ko-KR" sz="1200" dirty="0"/>
              <a:t> </a:t>
            </a:r>
            <a:r>
              <a:rPr lang="en-US" altLang="ko-KR" sz="1200" dirty="0" smtClean="0"/>
              <a:t> Github.com/</a:t>
            </a:r>
            <a:r>
              <a:rPr lang="en-US" altLang="ko-KR" sz="1200" dirty="0" err="1" smtClean="0"/>
              <a:t>byeonuseok</a:t>
            </a:r>
            <a:endParaRPr lang="ko-KR" altLang="en-US" sz="1200" dirty="0"/>
          </a:p>
        </p:txBody>
      </p:sp>
      <p:sp>
        <p:nvSpPr>
          <p:cNvPr id="42" name="자유형 41"/>
          <p:cNvSpPr/>
          <p:nvPr/>
        </p:nvSpPr>
        <p:spPr>
          <a:xfrm>
            <a:off x="6235699" y="1017493"/>
            <a:ext cx="1056217" cy="302684"/>
          </a:xfrm>
          <a:custGeom>
            <a:avLst/>
            <a:gdLst>
              <a:gd name="connsiteX0" fmla="*/ 0 w 1056217"/>
              <a:gd name="connsiteY0" fmla="*/ 0 h 302684"/>
              <a:gd name="connsiteX1" fmla="*/ 753533 w 1056217"/>
              <a:gd name="connsiteY1" fmla="*/ 0 h 302684"/>
              <a:gd name="connsiteX2" fmla="*/ 904875 w 1056217"/>
              <a:gd name="connsiteY2" fmla="*/ 0 h 302684"/>
              <a:gd name="connsiteX3" fmla="*/ 1056217 w 1056217"/>
              <a:gd name="connsiteY3" fmla="*/ 151342 h 302684"/>
              <a:gd name="connsiteX4" fmla="*/ 904875 w 1056217"/>
              <a:gd name="connsiteY4" fmla="*/ 302684 h 302684"/>
              <a:gd name="connsiteX5" fmla="*/ 753533 w 1056217"/>
              <a:gd name="connsiteY5" fmla="*/ 302684 h 302684"/>
              <a:gd name="connsiteX6" fmla="*/ 753664 w 1056217"/>
              <a:gd name="connsiteY6" fmla="*/ 302553 h 302684"/>
              <a:gd name="connsiteX7" fmla="*/ 0 w 1056217"/>
              <a:gd name="connsiteY7" fmla="*/ 302553 h 30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17" h="302684">
                <a:moveTo>
                  <a:pt x="0" y="0"/>
                </a:moveTo>
                <a:lnTo>
                  <a:pt x="753533" y="0"/>
                </a:lnTo>
                <a:lnTo>
                  <a:pt x="904875" y="0"/>
                </a:lnTo>
                <a:lnTo>
                  <a:pt x="1056217" y="151342"/>
                </a:lnTo>
                <a:lnTo>
                  <a:pt x="904875" y="302684"/>
                </a:lnTo>
                <a:lnTo>
                  <a:pt x="753533" y="302684"/>
                </a:lnTo>
                <a:lnTo>
                  <a:pt x="753664" y="302553"/>
                </a:lnTo>
                <a:lnTo>
                  <a:pt x="0" y="302553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자유형 42"/>
          <p:cNvSpPr/>
          <p:nvPr/>
        </p:nvSpPr>
        <p:spPr>
          <a:xfrm>
            <a:off x="6235699" y="1864555"/>
            <a:ext cx="1056217" cy="302684"/>
          </a:xfrm>
          <a:custGeom>
            <a:avLst/>
            <a:gdLst>
              <a:gd name="connsiteX0" fmla="*/ 0 w 1056217"/>
              <a:gd name="connsiteY0" fmla="*/ 0 h 302684"/>
              <a:gd name="connsiteX1" fmla="*/ 753533 w 1056217"/>
              <a:gd name="connsiteY1" fmla="*/ 0 h 302684"/>
              <a:gd name="connsiteX2" fmla="*/ 904875 w 1056217"/>
              <a:gd name="connsiteY2" fmla="*/ 0 h 302684"/>
              <a:gd name="connsiteX3" fmla="*/ 1056217 w 1056217"/>
              <a:gd name="connsiteY3" fmla="*/ 151342 h 302684"/>
              <a:gd name="connsiteX4" fmla="*/ 904875 w 1056217"/>
              <a:gd name="connsiteY4" fmla="*/ 302684 h 302684"/>
              <a:gd name="connsiteX5" fmla="*/ 753533 w 1056217"/>
              <a:gd name="connsiteY5" fmla="*/ 302684 h 302684"/>
              <a:gd name="connsiteX6" fmla="*/ 753664 w 1056217"/>
              <a:gd name="connsiteY6" fmla="*/ 302553 h 302684"/>
              <a:gd name="connsiteX7" fmla="*/ 0 w 1056217"/>
              <a:gd name="connsiteY7" fmla="*/ 302553 h 30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17" h="302684">
                <a:moveTo>
                  <a:pt x="0" y="0"/>
                </a:moveTo>
                <a:lnTo>
                  <a:pt x="753533" y="0"/>
                </a:lnTo>
                <a:lnTo>
                  <a:pt x="904875" y="0"/>
                </a:lnTo>
                <a:lnTo>
                  <a:pt x="1056217" y="151342"/>
                </a:lnTo>
                <a:lnTo>
                  <a:pt x="904875" y="302684"/>
                </a:lnTo>
                <a:lnTo>
                  <a:pt x="753533" y="302684"/>
                </a:lnTo>
                <a:lnTo>
                  <a:pt x="753664" y="302553"/>
                </a:lnTo>
                <a:lnTo>
                  <a:pt x="0" y="302553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자유형 43"/>
          <p:cNvSpPr/>
          <p:nvPr/>
        </p:nvSpPr>
        <p:spPr>
          <a:xfrm>
            <a:off x="6235699" y="2711617"/>
            <a:ext cx="1056217" cy="302684"/>
          </a:xfrm>
          <a:custGeom>
            <a:avLst/>
            <a:gdLst>
              <a:gd name="connsiteX0" fmla="*/ 0 w 1056217"/>
              <a:gd name="connsiteY0" fmla="*/ 0 h 302684"/>
              <a:gd name="connsiteX1" fmla="*/ 753533 w 1056217"/>
              <a:gd name="connsiteY1" fmla="*/ 0 h 302684"/>
              <a:gd name="connsiteX2" fmla="*/ 904875 w 1056217"/>
              <a:gd name="connsiteY2" fmla="*/ 0 h 302684"/>
              <a:gd name="connsiteX3" fmla="*/ 1056217 w 1056217"/>
              <a:gd name="connsiteY3" fmla="*/ 151342 h 302684"/>
              <a:gd name="connsiteX4" fmla="*/ 904875 w 1056217"/>
              <a:gd name="connsiteY4" fmla="*/ 302684 h 302684"/>
              <a:gd name="connsiteX5" fmla="*/ 753533 w 1056217"/>
              <a:gd name="connsiteY5" fmla="*/ 302684 h 302684"/>
              <a:gd name="connsiteX6" fmla="*/ 753664 w 1056217"/>
              <a:gd name="connsiteY6" fmla="*/ 302553 h 302684"/>
              <a:gd name="connsiteX7" fmla="*/ 0 w 1056217"/>
              <a:gd name="connsiteY7" fmla="*/ 302553 h 30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17" h="302684">
                <a:moveTo>
                  <a:pt x="0" y="0"/>
                </a:moveTo>
                <a:lnTo>
                  <a:pt x="753533" y="0"/>
                </a:lnTo>
                <a:lnTo>
                  <a:pt x="904875" y="0"/>
                </a:lnTo>
                <a:lnTo>
                  <a:pt x="1056217" y="151342"/>
                </a:lnTo>
                <a:lnTo>
                  <a:pt x="904875" y="302684"/>
                </a:lnTo>
                <a:lnTo>
                  <a:pt x="753533" y="302684"/>
                </a:lnTo>
                <a:lnTo>
                  <a:pt x="753664" y="302553"/>
                </a:lnTo>
                <a:lnTo>
                  <a:pt x="0" y="302553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235699" y="980006"/>
            <a:ext cx="74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2024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35699" y="1837285"/>
            <a:ext cx="74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2025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235699" y="2678293"/>
            <a:ext cx="74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2026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671857" y="1005841"/>
            <a:ext cx="366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웹 서비스 개발 프로젝트 </a:t>
            </a:r>
            <a:r>
              <a:rPr lang="en-US" altLang="ko-KR" dirty="0" smtClean="0"/>
              <a:t>(</a:t>
            </a:r>
            <a:r>
              <a:rPr lang="ko-KR" altLang="en-US" dirty="0" smtClean="0"/>
              <a:t>개인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49" name="TextBox 48"/>
          <p:cNvSpPr txBox="1"/>
          <p:nvPr/>
        </p:nvSpPr>
        <p:spPr>
          <a:xfrm>
            <a:off x="7786157" y="1298260"/>
            <a:ext cx="3228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기반 병원 정보 제공 </a:t>
            </a:r>
            <a:r>
              <a:rPr lang="ko-KR" altLang="en-US" sz="1200" dirty="0" err="1" smtClean="0"/>
              <a:t>웹앱</a:t>
            </a:r>
            <a:r>
              <a:rPr lang="ko-KR" altLang="en-US" sz="1200" dirty="0" smtClean="0"/>
              <a:t> 개발</a:t>
            </a:r>
            <a:endParaRPr lang="en-US" altLang="ko-KR" sz="1200" dirty="0" smtClean="0"/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LocalStorage</a:t>
            </a:r>
            <a:r>
              <a:rPr lang="en-US" altLang="ko-KR" sz="1200" dirty="0" smtClean="0"/>
              <a:t> </a:t>
            </a:r>
            <a:r>
              <a:rPr lang="ko-KR" altLang="en-US" sz="1200" dirty="0" smtClean="0"/>
              <a:t>활용한 데이터 관리 구현</a:t>
            </a:r>
            <a:endParaRPr lang="ko-KR" altLang="en-US" sz="1200" dirty="0"/>
          </a:p>
        </p:txBody>
      </p:sp>
      <p:sp>
        <p:nvSpPr>
          <p:cNvPr id="50" name="TextBox 49"/>
          <p:cNvSpPr txBox="1"/>
          <p:nvPr/>
        </p:nvSpPr>
        <p:spPr>
          <a:xfrm>
            <a:off x="7671856" y="1837285"/>
            <a:ext cx="366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풀스택</a:t>
            </a:r>
            <a:r>
              <a:rPr lang="ko-KR" altLang="en-US" dirty="0" smtClean="0"/>
              <a:t> 학습 및 프로젝트 진행</a:t>
            </a:r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7791977" y="2167239"/>
            <a:ext cx="32289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Spring Boot </a:t>
            </a:r>
            <a:r>
              <a:rPr lang="ko-KR" altLang="en-US" sz="1200" dirty="0" smtClean="0"/>
              <a:t>기반 </a:t>
            </a:r>
            <a:r>
              <a:rPr lang="en-US" altLang="ko-KR" sz="1200" dirty="0" smtClean="0"/>
              <a:t>REST API </a:t>
            </a:r>
            <a:r>
              <a:rPr lang="ko-KR" altLang="en-US" sz="1200" dirty="0" smtClean="0"/>
              <a:t>개발</a:t>
            </a:r>
            <a:endParaRPr lang="en-US" altLang="ko-KR" sz="1200" dirty="0" smtClean="0"/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MySQL </a:t>
            </a:r>
            <a:r>
              <a:rPr lang="ko-KR" altLang="en-US" sz="1200" dirty="0" smtClean="0"/>
              <a:t>연동 및 </a:t>
            </a:r>
            <a:r>
              <a:rPr lang="en-US" altLang="ko-KR" sz="1200" dirty="0" smtClean="0"/>
              <a:t>CRUD </a:t>
            </a:r>
            <a:r>
              <a:rPr lang="ko-KR" altLang="en-US" sz="1200" dirty="0" smtClean="0"/>
              <a:t>기능 구현</a:t>
            </a:r>
            <a:endParaRPr lang="ko-KR" altLang="en-US" sz="1200" dirty="0"/>
          </a:p>
        </p:txBody>
      </p:sp>
      <p:sp>
        <p:nvSpPr>
          <p:cNvPr id="52" name="TextBox 51"/>
          <p:cNvSpPr txBox="1"/>
          <p:nvPr/>
        </p:nvSpPr>
        <p:spPr>
          <a:xfrm>
            <a:off x="7671856" y="2678293"/>
            <a:ext cx="3667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/>
              <a:t>프론트엔드</a:t>
            </a:r>
            <a:r>
              <a:rPr lang="ko-KR" altLang="en-US" dirty="0" smtClean="0"/>
              <a:t> 집중 학습</a:t>
            </a:r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7786156" y="2973357"/>
            <a:ext cx="3552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HTML, CSS, JavaScript </a:t>
            </a:r>
            <a:r>
              <a:rPr lang="ko-KR" altLang="en-US" sz="1200" dirty="0" smtClean="0"/>
              <a:t>기초 → </a:t>
            </a:r>
            <a:r>
              <a:rPr lang="en-US" altLang="ko-KR" sz="1200" dirty="0" smtClean="0"/>
              <a:t>React </a:t>
            </a:r>
            <a:r>
              <a:rPr lang="ko-KR" altLang="en-US" sz="1200" dirty="0" smtClean="0"/>
              <a:t>심화</a:t>
            </a:r>
            <a:endParaRPr lang="en-US" altLang="ko-KR" sz="1200" dirty="0" smtClean="0"/>
          </a:p>
          <a:p>
            <a:pPr marL="87313" indent="-87313">
              <a:buFont typeface="Arial" panose="020B0604020202020204" pitchFamily="34" charset="0"/>
              <a:buChar char="•"/>
            </a:pPr>
            <a:r>
              <a:rPr lang="ko-KR" altLang="en-US" sz="1200" dirty="0" smtClean="0"/>
              <a:t>컴포넌트 기반 </a:t>
            </a:r>
            <a:r>
              <a:rPr lang="en-US" altLang="ko-KR" sz="1200" dirty="0" smtClean="0"/>
              <a:t>UI </a:t>
            </a:r>
            <a:r>
              <a:rPr lang="ko-KR" altLang="en-US" sz="1200" dirty="0" smtClean="0"/>
              <a:t>설계 및 상태 관리 경험</a:t>
            </a:r>
            <a:endParaRPr lang="ko-KR" altLang="en-US" sz="1200" dirty="0"/>
          </a:p>
        </p:txBody>
      </p:sp>
      <p:sp>
        <p:nvSpPr>
          <p:cNvPr id="54" name="직사각형 53"/>
          <p:cNvSpPr/>
          <p:nvPr/>
        </p:nvSpPr>
        <p:spPr>
          <a:xfrm>
            <a:off x="3215687" y="4359377"/>
            <a:ext cx="5899437" cy="187427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자유형 55"/>
          <p:cNvSpPr/>
          <p:nvPr/>
        </p:nvSpPr>
        <p:spPr>
          <a:xfrm>
            <a:off x="3215687" y="4192380"/>
            <a:ext cx="2076452" cy="323852"/>
          </a:xfrm>
          <a:custGeom>
            <a:avLst/>
            <a:gdLst>
              <a:gd name="connsiteX0" fmla="*/ 0 w 1971676"/>
              <a:gd name="connsiteY0" fmla="*/ 0 h 323852"/>
              <a:gd name="connsiteX1" fmla="*/ 637988 w 1971676"/>
              <a:gd name="connsiteY1" fmla="*/ 0 h 323852"/>
              <a:gd name="connsiteX2" fmla="*/ 637988 w 1971676"/>
              <a:gd name="connsiteY2" fmla="*/ 1 h 323852"/>
              <a:gd name="connsiteX3" fmla="*/ 1971676 w 1971676"/>
              <a:gd name="connsiteY3" fmla="*/ 1 h 323852"/>
              <a:gd name="connsiteX4" fmla="*/ 1809751 w 1971676"/>
              <a:gd name="connsiteY4" fmla="*/ 161926 h 323852"/>
              <a:gd name="connsiteX5" fmla="*/ 1971676 w 1971676"/>
              <a:gd name="connsiteY5" fmla="*/ 323851 h 323852"/>
              <a:gd name="connsiteX6" fmla="*/ 637988 w 1971676"/>
              <a:gd name="connsiteY6" fmla="*/ 323851 h 323852"/>
              <a:gd name="connsiteX7" fmla="*/ 637988 w 1971676"/>
              <a:gd name="connsiteY7" fmla="*/ 323852 h 323852"/>
              <a:gd name="connsiteX8" fmla="*/ 0 w 1971676"/>
              <a:gd name="connsiteY8" fmla="*/ 323852 h 32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1676" h="323852">
                <a:moveTo>
                  <a:pt x="0" y="0"/>
                </a:moveTo>
                <a:lnTo>
                  <a:pt x="637988" y="0"/>
                </a:lnTo>
                <a:lnTo>
                  <a:pt x="637988" y="1"/>
                </a:lnTo>
                <a:lnTo>
                  <a:pt x="1971676" y="1"/>
                </a:lnTo>
                <a:lnTo>
                  <a:pt x="1809751" y="161926"/>
                </a:lnTo>
                <a:lnTo>
                  <a:pt x="1971676" y="323851"/>
                </a:lnTo>
                <a:lnTo>
                  <a:pt x="637988" y="323851"/>
                </a:lnTo>
                <a:lnTo>
                  <a:pt x="637988" y="323852"/>
                </a:lnTo>
                <a:lnTo>
                  <a:pt x="0" y="3238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3215687" y="4169640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Education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58" name="자유형 57"/>
          <p:cNvSpPr/>
          <p:nvPr/>
        </p:nvSpPr>
        <p:spPr>
          <a:xfrm>
            <a:off x="3361493" y="4654354"/>
            <a:ext cx="1056217" cy="302684"/>
          </a:xfrm>
          <a:custGeom>
            <a:avLst/>
            <a:gdLst>
              <a:gd name="connsiteX0" fmla="*/ 0 w 1056217"/>
              <a:gd name="connsiteY0" fmla="*/ 0 h 302684"/>
              <a:gd name="connsiteX1" fmla="*/ 753533 w 1056217"/>
              <a:gd name="connsiteY1" fmla="*/ 0 h 302684"/>
              <a:gd name="connsiteX2" fmla="*/ 904875 w 1056217"/>
              <a:gd name="connsiteY2" fmla="*/ 0 h 302684"/>
              <a:gd name="connsiteX3" fmla="*/ 1056217 w 1056217"/>
              <a:gd name="connsiteY3" fmla="*/ 151342 h 302684"/>
              <a:gd name="connsiteX4" fmla="*/ 904875 w 1056217"/>
              <a:gd name="connsiteY4" fmla="*/ 302684 h 302684"/>
              <a:gd name="connsiteX5" fmla="*/ 753533 w 1056217"/>
              <a:gd name="connsiteY5" fmla="*/ 302684 h 302684"/>
              <a:gd name="connsiteX6" fmla="*/ 753664 w 1056217"/>
              <a:gd name="connsiteY6" fmla="*/ 302553 h 302684"/>
              <a:gd name="connsiteX7" fmla="*/ 0 w 1056217"/>
              <a:gd name="connsiteY7" fmla="*/ 302553 h 30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17" h="302684">
                <a:moveTo>
                  <a:pt x="0" y="0"/>
                </a:moveTo>
                <a:lnTo>
                  <a:pt x="753533" y="0"/>
                </a:lnTo>
                <a:lnTo>
                  <a:pt x="904875" y="0"/>
                </a:lnTo>
                <a:lnTo>
                  <a:pt x="1056217" y="151342"/>
                </a:lnTo>
                <a:lnTo>
                  <a:pt x="904875" y="302684"/>
                </a:lnTo>
                <a:lnTo>
                  <a:pt x="753533" y="302684"/>
                </a:lnTo>
                <a:lnTo>
                  <a:pt x="753664" y="302553"/>
                </a:lnTo>
                <a:lnTo>
                  <a:pt x="0" y="302553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420234" y="4616867"/>
            <a:ext cx="74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2025</a:t>
            </a:r>
            <a:endParaRPr lang="ko-KR" altLang="en-US" dirty="0">
              <a:solidFill>
                <a:schemeClr val="bg1"/>
              </a:solidFill>
            </a:endParaRPr>
          </a:p>
        </p:txBody>
      </p:sp>
      <p:cxnSp>
        <p:nvCxnSpPr>
          <p:cNvPr id="60" name="직선 연결선 59"/>
          <p:cNvCxnSpPr/>
          <p:nvPr/>
        </p:nvCxnSpPr>
        <p:spPr>
          <a:xfrm>
            <a:off x="4622257" y="4860374"/>
            <a:ext cx="0" cy="124133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타원 62"/>
          <p:cNvSpPr/>
          <p:nvPr/>
        </p:nvSpPr>
        <p:spPr>
          <a:xfrm>
            <a:off x="4507956" y="4708586"/>
            <a:ext cx="228602" cy="22860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타원 63"/>
          <p:cNvSpPr/>
          <p:nvPr/>
        </p:nvSpPr>
        <p:spPr>
          <a:xfrm>
            <a:off x="4507956" y="5359356"/>
            <a:ext cx="228602" cy="228602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자유형 64"/>
          <p:cNvSpPr/>
          <p:nvPr/>
        </p:nvSpPr>
        <p:spPr>
          <a:xfrm>
            <a:off x="3367016" y="5288495"/>
            <a:ext cx="1056217" cy="302684"/>
          </a:xfrm>
          <a:custGeom>
            <a:avLst/>
            <a:gdLst>
              <a:gd name="connsiteX0" fmla="*/ 0 w 1056217"/>
              <a:gd name="connsiteY0" fmla="*/ 0 h 302684"/>
              <a:gd name="connsiteX1" fmla="*/ 753533 w 1056217"/>
              <a:gd name="connsiteY1" fmla="*/ 0 h 302684"/>
              <a:gd name="connsiteX2" fmla="*/ 904875 w 1056217"/>
              <a:gd name="connsiteY2" fmla="*/ 0 h 302684"/>
              <a:gd name="connsiteX3" fmla="*/ 1056217 w 1056217"/>
              <a:gd name="connsiteY3" fmla="*/ 151342 h 302684"/>
              <a:gd name="connsiteX4" fmla="*/ 904875 w 1056217"/>
              <a:gd name="connsiteY4" fmla="*/ 302684 h 302684"/>
              <a:gd name="connsiteX5" fmla="*/ 753533 w 1056217"/>
              <a:gd name="connsiteY5" fmla="*/ 302684 h 302684"/>
              <a:gd name="connsiteX6" fmla="*/ 753664 w 1056217"/>
              <a:gd name="connsiteY6" fmla="*/ 302553 h 302684"/>
              <a:gd name="connsiteX7" fmla="*/ 0 w 1056217"/>
              <a:gd name="connsiteY7" fmla="*/ 302553 h 302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6217" h="302684">
                <a:moveTo>
                  <a:pt x="0" y="0"/>
                </a:moveTo>
                <a:lnTo>
                  <a:pt x="753533" y="0"/>
                </a:lnTo>
                <a:lnTo>
                  <a:pt x="904875" y="0"/>
                </a:lnTo>
                <a:lnTo>
                  <a:pt x="1056217" y="151342"/>
                </a:lnTo>
                <a:lnTo>
                  <a:pt x="904875" y="302684"/>
                </a:lnTo>
                <a:lnTo>
                  <a:pt x="753533" y="302684"/>
                </a:lnTo>
                <a:lnTo>
                  <a:pt x="753664" y="302553"/>
                </a:lnTo>
                <a:lnTo>
                  <a:pt x="0" y="302553"/>
                </a:lnTo>
                <a:close/>
              </a:path>
            </a:pathLst>
          </a:cu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425757" y="5251008"/>
            <a:ext cx="744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2026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4754397" y="4659422"/>
            <a:ext cx="4139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컴퓨터공학 관련 전공 또는 개발 과정 수료</a:t>
            </a:r>
            <a:endParaRPr lang="ko-KR" altLang="en-US" sz="1600" dirty="0"/>
          </a:p>
        </p:txBody>
      </p:sp>
      <p:sp>
        <p:nvSpPr>
          <p:cNvPr id="68" name="TextBox 67"/>
          <p:cNvSpPr txBox="1"/>
          <p:nvPr/>
        </p:nvSpPr>
        <p:spPr>
          <a:xfrm>
            <a:off x="4754397" y="5322072"/>
            <a:ext cx="334959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smtClean="0"/>
              <a:t>웹 개발 부트캠프 수료</a:t>
            </a:r>
            <a:endParaRPr lang="ko-KR" altLang="en-US" sz="1600" dirty="0"/>
          </a:p>
        </p:txBody>
      </p:sp>
      <p:sp>
        <p:nvSpPr>
          <p:cNvPr id="71" name="직사각형 70"/>
          <p:cNvSpPr/>
          <p:nvPr/>
        </p:nvSpPr>
        <p:spPr>
          <a:xfrm>
            <a:off x="9229424" y="4348905"/>
            <a:ext cx="2543475" cy="1884741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자유형 68"/>
          <p:cNvSpPr/>
          <p:nvPr/>
        </p:nvSpPr>
        <p:spPr>
          <a:xfrm>
            <a:off x="9229425" y="4214999"/>
            <a:ext cx="2076452" cy="323852"/>
          </a:xfrm>
          <a:custGeom>
            <a:avLst/>
            <a:gdLst>
              <a:gd name="connsiteX0" fmla="*/ 0 w 1971676"/>
              <a:gd name="connsiteY0" fmla="*/ 0 h 323852"/>
              <a:gd name="connsiteX1" fmla="*/ 637988 w 1971676"/>
              <a:gd name="connsiteY1" fmla="*/ 0 h 323852"/>
              <a:gd name="connsiteX2" fmla="*/ 637988 w 1971676"/>
              <a:gd name="connsiteY2" fmla="*/ 1 h 323852"/>
              <a:gd name="connsiteX3" fmla="*/ 1971676 w 1971676"/>
              <a:gd name="connsiteY3" fmla="*/ 1 h 323852"/>
              <a:gd name="connsiteX4" fmla="*/ 1809751 w 1971676"/>
              <a:gd name="connsiteY4" fmla="*/ 161926 h 323852"/>
              <a:gd name="connsiteX5" fmla="*/ 1971676 w 1971676"/>
              <a:gd name="connsiteY5" fmla="*/ 323851 h 323852"/>
              <a:gd name="connsiteX6" fmla="*/ 637988 w 1971676"/>
              <a:gd name="connsiteY6" fmla="*/ 323851 h 323852"/>
              <a:gd name="connsiteX7" fmla="*/ 637988 w 1971676"/>
              <a:gd name="connsiteY7" fmla="*/ 323852 h 323852"/>
              <a:gd name="connsiteX8" fmla="*/ 0 w 1971676"/>
              <a:gd name="connsiteY8" fmla="*/ 323852 h 32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971676" h="323852">
                <a:moveTo>
                  <a:pt x="0" y="0"/>
                </a:moveTo>
                <a:lnTo>
                  <a:pt x="637988" y="0"/>
                </a:lnTo>
                <a:lnTo>
                  <a:pt x="637988" y="1"/>
                </a:lnTo>
                <a:lnTo>
                  <a:pt x="1971676" y="1"/>
                </a:lnTo>
                <a:lnTo>
                  <a:pt x="1809751" y="161926"/>
                </a:lnTo>
                <a:lnTo>
                  <a:pt x="1971676" y="323851"/>
                </a:lnTo>
                <a:lnTo>
                  <a:pt x="637988" y="323851"/>
                </a:lnTo>
                <a:lnTo>
                  <a:pt x="637988" y="323852"/>
                </a:lnTo>
                <a:lnTo>
                  <a:pt x="0" y="323852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>
            <a:outerShdw blurRad="50800" dist="38100" dir="2700000" algn="tl" rotWithShape="0">
              <a:schemeClr val="bg1">
                <a:lumMod val="50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9229425" y="4192259"/>
            <a:ext cx="184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chemeClr val="bg1"/>
                </a:solidFill>
              </a:rPr>
              <a:t>Skills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9314149" y="5371741"/>
            <a:ext cx="2260912" cy="1882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/>
          <p:cNvSpPr txBox="1"/>
          <p:nvPr/>
        </p:nvSpPr>
        <p:spPr>
          <a:xfrm>
            <a:off x="9229425" y="4634774"/>
            <a:ext cx="2186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HTML/CSS – 90%</a:t>
            </a:r>
            <a:endParaRPr lang="ko-KR" altLang="en-US" sz="1100" dirty="0"/>
          </a:p>
        </p:txBody>
      </p:sp>
      <p:sp>
        <p:nvSpPr>
          <p:cNvPr id="75" name="직사각형 74"/>
          <p:cNvSpPr/>
          <p:nvPr/>
        </p:nvSpPr>
        <p:spPr>
          <a:xfrm>
            <a:off x="9310269" y="5372955"/>
            <a:ext cx="1893538" cy="1857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/>
          <p:cNvSpPr txBox="1"/>
          <p:nvPr/>
        </p:nvSpPr>
        <p:spPr>
          <a:xfrm>
            <a:off x="9229425" y="5112946"/>
            <a:ext cx="2186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JavaScript(ES6+) – 85%</a:t>
            </a:r>
            <a:endParaRPr lang="ko-KR" altLang="en-US" sz="1100" dirty="0"/>
          </a:p>
        </p:txBody>
      </p:sp>
      <p:sp>
        <p:nvSpPr>
          <p:cNvPr id="79" name="TextBox 78"/>
          <p:cNvSpPr txBox="1"/>
          <p:nvPr/>
        </p:nvSpPr>
        <p:spPr>
          <a:xfrm>
            <a:off x="9247263" y="5593371"/>
            <a:ext cx="21865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 smtClean="0"/>
              <a:t>Spring Boot – 95%</a:t>
            </a:r>
            <a:endParaRPr lang="ko-KR" altLang="en-US" sz="1100" dirty="0"/>
          </a:p>
        </p:txBody>
      </p:sp>
      <p:sp>
        <p:nvSpPr>
          <p:cNvPr id="80" name="직사각형 79"/>
          <p:cNvSpPr/>
          <p:nvPr/>
        </p:nvSpPr>
        <p:spPr>
          <a:xfrm>
            <a:off x="9310269" y="4841339"/>
            <a:ext cx="2260912" cy="1882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/>
          <p:cNvSpPr/>
          <p:nvPr/>
        </p:nvSpPr>
        <p:spPr>
          <a:xfrm>
            <a:off x="9310269" y="5863427"/>
            <a:ext cx="2260912" cy="1882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/>
          <p:cNvSpPr/>
          <p:nvPr/>
        </p:nvSpPr>
        <p:spPr>
          <a:xfrm>
            <a:off x="9317795" y="4844585"/>
            <a:ext cx="1988082" cy="1817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/>
          <p:cNvSpPr/>
          <p:nvPr/>
        </p:nvSpPr>
        <p:spPr>
          <a:xfrm>
            <a:off x="9310269" y="5864641"/>
            <a:ext cx="2105676" cy="1857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35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repeatCount="indefinite" fill="remove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587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/>
          <p:cNvSpPr/>
          <p:nvPr/>
        </p:nvSpPr>
        <p:spPr>
          <a:xfrm>
            <a:off x="247649" y="190500"/>
            <a:ext cx="2790825" cy="2809875"/>
          </a:xfrm>
          <a:prstGeom prst="ellipse">
            <a:avLst/>
          </a:prstGeom>
          <a:blipFill>
            <a:blip r:embed="rId2"/>
            <a:srcRect/>
            <a:stretch>
              <a:fillRect l="-3387" t="-31187" r="-4437" b="-29303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하트 10"/>
          <p:cNvSpPr/>
          <p:nvPr/>
        </p:nvSpPr>
        <p:spPr>
          <a:xfrm>
            <a:off x="7305675" y="0"/>
            <a:ext cx="3895725" cy="4212000"/>
          </a:xfrm>
          <a:prstGeom prst="heart">
            <a:avLst/>
          </a:prstGeom>
          <a:blipFill>
            <a:blip r:embed="rId2"/>
            <a:srcRect/>
            <a:stretch>
              <a:fillRect l="-1080" t="-338" r="-1094" b="-182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657475" y="3552825"/>
            <a:ext cx="4295775" cy="1990725"/>
          </a:xfrm>
          <a:prstGeom prst="rect">
            <a:avLst/>
          </a:prstGeom>
          <a:blipFill>
            <a:blip r:embed="rId3"/>
            <a:srcRect/>
            <a:stretch>
              <a:fillRect l="-1774" r="-12416"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2657474" y="3552824"/>
            <a:ext cx="4295775" cy="1990725"/>
          </a:xfrm>
          <a:prstGeom prst="rect">
            <a:avLst/>
          </a:prstGeom>
          <a:gradFill>
            <a:gsLst>
              <a:gs pos="14652">
                <a:srgbClr val="EAF2FA">
                  <a:alpha val="10000"/>
                </a:srgbClr>
              </a:gs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1"/>
          </a:gradFill>
          <a:ln>
            <a:solidFill>
              <a:schemeClr val="accent1">
                <a:shade val="50000"/>
                <a:alpha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0665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125</Words>
  <Application>Microsoft Office PowerPoint</Application>
  <PresentationFormat>와이드스크린</PresentationFormat>
  <Paragraphs>41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dw502</dc:creator>
  <cp:lastModifiedBy>dw502</cp:lastModifiedBy>
  <cp:revision>15</cp:revision>
  <dcterms:created xsi:type="dcterms:W3CDTF">2026-09-10T04:57:53Z</dcterms:created>
  <dcterms:modified xsi:type="dcterms:W3CDTF">2026-09-10T07:28:03Z</dcterms:modified>
</cp:coreProperties>
</file>